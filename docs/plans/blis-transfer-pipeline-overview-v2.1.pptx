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0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BLIS-to-llm-d</a:t>
            </a:r>
            <a:endParaRPr lang="en-US" sz="4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Transfer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Guide for Developers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Project  |  March 2026  |  Macro Plan v2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BLIS and llm-d?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BLIS (Discovery Side)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system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OpenEvolve that uses LLMs to discover better routing algorithms.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simulations with Go code and evolves adaptive logic that decides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should handle each request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lab where algorithms are invented and tested in a simplified simulation.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llm-d (Production Side)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inference scheduler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routes real LLM requests to GPU servers in a Kubernetes cluster.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a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plugin system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each scorer evaluates how suitable a server is for a request.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real-world factory floor where algorithms must perform under pressure.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algorithms discovered in BLIS simulation must be translated to work in llm-d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Why Do We Need a Transfer Pipeline?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benefit survive the abstraction gap?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simulation-predicted improvements appear in real production benchmarks?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BLIS signals have production equivalents?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faithfully map the data the algorithm depends on from simulation to production?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657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minimum fidelity needed?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signal maps imperfectly, does the algorithm degrade gracefully or break?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in the pipeline traces back to answering one or more of these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Abstraction Gap: Why Copy-Paste Won't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097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(Simulation)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(Production)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structs with numeric fields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endpoints with async metrics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Info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194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fields (token count, metadata)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payloads requiring parsing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Richness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2834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cache affinity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prefix match (richer)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73152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Staleness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snapshots (always fresh)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collection (variable staleness)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routing decisions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 processing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bridges each gap through careful translation, testing, and validation at every stage.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8-Stage Transfer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best algorithm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0896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signals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5780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scorer 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951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0664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012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PR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77440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606040" y="301752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06040" y="3017520"/>
            <a:ext cx="19202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974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10896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74320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3-suite validation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26280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754880" y="301752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3017520"/>
            <a:ext cx="19202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25780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9204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perf test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75120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903720" y="3017520"/>
            <a:ext cx="1920240" cy="1554480"/>
          </a:xfrm>
          <a:prstGeom prst="rect">
            <a:avLst/>
          </a:prstGeom>
          <a:solidFill>
            <a:srgbClr val="1A2A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903720" y="301752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9516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40664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4088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86384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3↔4: retry loop (max 3x) with error feedback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1 &amp; 2: Extract + Translate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Extract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best evolved algorithm from a BLIS experiment output.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EVOLVE-BLOCK (the evolved code)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scope (linear combinations only)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4 prerequisites exist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noise data is current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algorithm_summary.json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verdicts: pass / marginal / reject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Translate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BLIS signals to their llm-d equivalents.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signal (queue depth, cache, etc.)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fidelity: High / Medium / Low / Upgrade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branches: critical vs. non-critical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if Low-fidelity signal is in critical path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signal_coverage.json + mapped_spec.md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Q2: which signals have production equivalents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3, 4, 5: Generate, Test, Create PR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Generate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(Claude) reads the mapped spec + scorer template and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production Go code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plugin (.go)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config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configs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configs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Unit Test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tests the generated code against the real llm-d repo.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new scorer tests first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full repo test suite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failures (stale mapping, env, or retryable)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 retry loop back to Stage 3 (up to 3x) with error context fed to the LLM.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5: Draft PR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draft pull requests in both target repos.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created: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PR (scorer plugin + config)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 (workload configs)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benchmark PR fails, scheduler PR is closed too.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gate: no PR without passing unit tests.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617720"/>
            <a:ext cx="4572000" cy="36576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Stages 3↔4 form a retry loop: the LLM learns from its mistakes (up to 3 attempts)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6: Equivalence Testing (3 Suites)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translated scorer behave the same as the original BLIS algorithm?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A: Baseline Equivalence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identical inputs through both BLIS and llm-d scorers. Compare outputs.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fidelity within 1%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&gt; 0.8 (Kendall-tau)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test tuples, prioritizing threshold boundary values.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B: Staleness Sensitivity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Suite A inputs but inject synthetic staleness into llm-d signal reads.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stability &gt; 0.7 across 3 reps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Threshold-crossing instability &lt; 20%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signals are stale (delayed). Does the algorithm still work?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C: Concurrency Stress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9659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parallel safety and pile-on dynamics under concurrent requests.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panics, no NaN, deterministic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endpoint gets &gt; 2× fair share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runs sequentially; llm-d is concurrent. Does the algorithm survive?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run in strict order: A → B → C.  Each must pass before the next begins.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7 &amp; 8: Cluster Benchmark + Promote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7: Cluster Benchmark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real Kubernetes cluster and measure actual performance.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Deploy baseline config (stock scorers)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all BLIS workloads, collect metrics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Deploy treatment config (new scorer enabled)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same workloads, collect metrics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Compare: latency, throughput, P95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thresholds: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5% improvement on at least one workload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 regression on any workload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check passes (improvement is specific)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baseline is restored on any failure or abort.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292608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8: Promote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173736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gate.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requires ALL: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equivalence suites pass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criteria met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check passes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"validated" label → ready for review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"needs-debugging" → human picks 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"infra-retry" → re-run Stage 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Q1: does the benefit survive the abstraction gap in real production?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Implementation: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Pull Requests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pipeline incrementally with testing at every step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PRs 0–2: Foundation &amp; Prerequisites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BLIS Evaluator Update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per-workload baseline metrics to BLIS evaluator output. Before evolution, run each workload with stock routing and record the "before" measurements alongside the "after" (evolved) ones.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234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transfer pipeline needs to compare predicted vs. observed improvement per workload.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Infrastructure + Mapping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docs/transfer/ directory, JSON schemas, validation utilities, and the mapping artifact — the single source of truth for BLIS↔llm-d signal correspondences.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Everything downstream depends on knowing how BLIS signals map to llm-d equivalents.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Scorer Template Artifact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annotated example scorer showing llm-d plugin conventions: lifecycle, test structure, config registration, disabled-scorer test, P/D guard.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Shows the LLM exactly what production code should look like when generating Stage 3 output.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1: After PR0+PR1+PR2, all prerequisite artifacts exist. Pipeline can attempt extraction.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PRs 3–4: Core Pipeline (Stages 1–5)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PR3: Transfer Prompt — Extraction + Translation (Stages 1–2)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first two pipeline stages. Creates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extract.py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(EVOLVE-BLOCK extraction, scope validation, prerequisite checks) and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translate.py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(signal mapping, branch classification). Includes 3+ real experiment fixtures for testing.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PR3: you can extract an algorithm and produce a signal coverage report from a real BLIS experiment.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PR4: Transfer Prompt — Generation + Testing + PR Creation (Stages 3–5)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code generation (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generate.py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unit test execution with retry logic (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test_runner.py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and draft PR creation (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pr_creator.py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This is the first PR that interacts with llm-d repos at runtime.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PR: first cross-repo interaction. LLM generates code, builds it, runs tests in llm-d.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After PR3+PR4, pipeline runs Stages 1–5. Draft PRs can be created.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PRs 5–7: Validation + Orchestration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Characterization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baseline benchmarks 5 times, compute coefficient of variation. Ensures benchmark thresholds are meaningful. If noise CV &gt; 3%, the default 5% improvement threshold is unreliable.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noise measurement, we can't tell signal from noise in benchmarks.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Equivalence Testing + Benchmarks + Promotion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3-suite equivalence testing (A/B/C), cluster benchmarks with mechanism check, and promotion logic. Creates calibration log template. All validation stages in one PR.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is where Q1 gets its definitive answer: does the benefit survive?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Orchestration + Calibration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all 8 stages together: stage sequencing, crash recovery, 4 user checkpoints, timeout management. Includes dry-run integration test. First calibration transfer to validate thresholds.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Makes the whole pipeline usable as a single command with proper error handling.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(after PR5+PR6): </a:t>
            </a: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pipeline operational.  </a:t>
            </a: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(after PR7): </a:t>
            </a: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transfer.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Dependencies &amp; Critical Path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74520" y="1417320"/>
            <a:ext cx="10972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14173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10972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14173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10972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4173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10972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14173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43800" y="1417320"/>
            <a:ext cx="10972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Workstreams: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73152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Mapping → Extraction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PR1 → PR3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PR4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Scorer Template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5216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at PR4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73152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Noise Characterization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at PR6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73152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BLIS Workload Generator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5216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complete before PR6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 and PR2 can be developed in parallel after PR0. PR5 can be developed in parallel with PR3/PR4.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Guarantees &amp; System Invariants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 created without passing unit 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gates Stage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7335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581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 promoted without equivalence + benchmark pass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581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gates on Stages 6+7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822960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203704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203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1122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baseline restored after any failure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1122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min or manual alert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734056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734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6426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scorer disableable via config toggle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2642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removal needed for rollback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822960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26440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172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critical signals halt the pipeline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172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proceeds with bad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79476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703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stops on identical errors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attempts, detects unsolvable failures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33672"/>
            <a:ext cx="822960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" y="432511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233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equivalence verdicts tagged provisional until calibrated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0" y="4233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confidence levels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designed to fail safely and loudly — never silently degrade.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Bridge, Don't Copy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and llm-d have fundamental differences (data models, staleness, concurrency). The pipeline carefully translates across these gaps.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at Every 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→ equivalence tests (3 suites) → cluster benchmarks. Each layer catches different classes of bugs.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Incrementally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651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PRs, 4 milestones. Each PR is independently reviewable and testable. Parallel workstreams where possible.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 Safely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is handled: retries with feedback, cluster baseline restoration, human checkpoints for borderline results.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About Uncertainty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4206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are provisional until calibrated. The pipeline tracks its own accuracy across transfers.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1969</Words>
  <Application>Microsoft Macintosh PowerPoint</Application>
  <PresentationFormat>On-screen Show (16:9)</PresentationFormat>
  <Paragraphs>317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BLIS-to-llm-d Algorithm Transfer Pipeline</dc:title>
  <dc:subject>PptxGenJS Presentation</dc:subject>
  <dc:creator>OpenEvolve Team</dc:creator>
  <cp:lastModifiedBy>Michael Kalantar</cp:lastModifiedBy>
  <cp:revision>1</cp:revision>
  <dcterms:created xsi:type="dcterms:W3CDTF">2026-03-04T17:12:17Z</dcterms:created>
  <dcterms:modified xsi:type="dcterms:W3CDTF">2026-03-04T20:45:48Z</dcterms:modified>
</cp:coreProperties>
</file>