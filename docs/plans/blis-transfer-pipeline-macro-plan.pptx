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BLIS-to-llm-d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Transfer Pipeline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Plan Overview for Developers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OpenEvolve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44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a transfer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0391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BLIS and llm-d 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Abstraction Gap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633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copy-paste doesn't 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8-Stage Pipeline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2278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stage works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6118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Plan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8221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PRs to build it all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2062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Safeguards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4165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 and how we handle it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discover smart routing algorithms in simulation...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they live in a simplified environment (BLIS) and can't be directly used in production (llm-d).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an automated pipeline that: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discovered algorithm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it to production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it thoroughly (unit, equivalence, cluster)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ready-to-review Pull Request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097280"/>
            <a:ext cx="3017520" cy="34747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Key Questions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0" y="1737360"/>
            <a:ext cx="457200" cy="320040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benefit survive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abstraction gap?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2697480"/>
            <a:ext cx="457200" cy="320040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signals have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equivalents?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3657600"/>
            <a:ext cx="457200" cy="320040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minimum fidelity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needed for transfer?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1: BLIS (Discovery)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1691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BLIS is a simulated environment where OpenEvolve uses LLMs to discover routing algorithms through evolution. It decides how to route LLM requests to GPU endpoints.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7889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78892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862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Model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simple Go structs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fields for endpoints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27889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278892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2862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signal reads are instant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— no staleness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8862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38862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959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4251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one request at a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concurrency effects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38862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38862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0" y="3959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Code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0" y="4251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live in EVOLVE-BLOCK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in Go source files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2: llm-d (Production)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1691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llm-d-inference-scheduler is the production request router for LLM inference. It uses a plugin-based scorer system to rank endpoints for each incoming request.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7889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78892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862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Endpoints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async metrics collected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multiple scrapers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27889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278892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2862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Signals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can be stale — collected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varying intervals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8862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38862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959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Routing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4251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requests routed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 — pile-on risk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38862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38862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0" y="3959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Scorers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0" y="4251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scorer is a Go plugin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via config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Abstraction Gap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can't just copy-paste the algorithm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BLIS (Simulation)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 (Production)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solidFill>
            <a:srgbClr val="0F243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numeric structs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async endpoint objects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solidFill>
            <a:srgbClr val="132D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Info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fields (token count)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payloads to parse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solidFill>
            <a:srgbClr val="0F243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Freshness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snapshots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metrics (async collection)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154680"/>
            <a:ext cx="7863840" cy="457200"/>
          </a:xfrm>
          <a:prstGeom prst="rect">
            <a:avLst/>
          </a:prstGeom>
          <a:solidFill>
            <a:srgbClr val="132D4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one-at-a-time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Concurrent, pile-on effects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solidFill>
            <a:srgbClr val="0F2439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Signal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3611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hit ratio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prefix match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solidFill>
            <a:srgbClr val="132D4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System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to 1.0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4069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Per-scorer raw weights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needs a specific bridging strategy — that's what the pipeline does.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8-Stage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runs strictly in order — failures halt the pipeline with diagnostics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353312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353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3533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experiment,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out algorithm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828800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06040" y="12801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79192" y="1353312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353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08960" y="13533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4320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BLIS signals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llm-d equivalents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28800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754880" y="12801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28032" y="1353312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4"/>
          <p:cNvSpPr/>
          <p:nvPr/>
        </p:nvSpPr>
        <p:spPr>
          <a:xfrm>
            <a:off x="4828032" y="1353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257800" y="13533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9204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scorer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code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28800"/>
            <a:ext cx="201168" cy="20116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903720" y="12801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76872" y="1353312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19"/>
          <p:cNvSpPr/>
          <p:nvPr/>
        </p:nvSpPr>
        <p:spPr>
          <a:xfrm>
            <a:off x="6976872" y="1353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406640" y="13533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04088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loop (3x)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57200" y="31089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30352" y="3182112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4"/>
          <p:cNvSpPr/>
          <p:nvPr/>
        </p:nvSpPr>
        <p:spPr>
          <a:xfrm>
            <a:off x="530352" y="3182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960120" y="3182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594360" y="3611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PRs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repos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657600"/>
            <a:ext cx="201168" cy="201168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2606040" y="31089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2679192" y="3182112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5" name="Text 29"/>
          <p:cNvSpPr/>
          <p:nvPr/>
        </p:nvSpPr>
        <p:spPr>
          <a:xfrm>
            <a:off x="2679192" y="3182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3108960" y="3182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2743200" y="3611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3-suite semantic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tests</a:t>
            </a:r>
            <a:endParaRPr lang="en-US" sz="11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657600"/>
            <a:ext cx="201168" cy="201168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4754880" y="31089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828032" y="3182112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41" name="Text 34"/>
          <p:cNvSpPr/>
          <p:nvPr/>
        </p:nvSpPr>
        <p:spPr>
          <a:xfrm>
            <a:off x="4828032" y="3182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5257800" y="3182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4892040" y="3611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benchmark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baseline</a:t>
            </a:r>
            <a:endParaRPr lang="en-US" sz="11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657600"/>
            <a:ext cx="201168" cy="201168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6903720" y="31089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6976872" y="3182112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47" name="Text 39"/>
          <p:cNvSpPr/>
          <p:nvPr/>
        </p:nvSpPr>
        <p:spPr>
          <a:xfrm>
            <a:off x="6976872" y="3182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8" name="Text 40"/>
          <p:cNvSpPr/>
          <p:nvPr/>
        </p:nvSpPr>
        <p:spPr>
          <a:xfrm>
            <a:off x="7406640" y="3182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</a:t>
            </a:r>
            <a:endParaRPr lang="en-US" sz="1400" dirty="0"/>
          </a:p>
        </p:txBody>
      </p:sp>
      <p:sp>
        <p:nvSpPr>
          <p:cNvPr id="49" name="Text 41"/>
          <p:cNvSpPr/>
          <p:nvPr/>
        </p:nvSpPr>
        <p:spPr>
          <a:xfrm>
            <a:off x="7040880" y="3611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verdict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 labels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retries back to Stage 3 on failure (up to 3x)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Stages 1-2: Extract &amp; Translate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6128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97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Extract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experiment output: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best_program_info.json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Algorithm code + per-workload metrics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&lt;workload&gt;.yaml config files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Workload generator parameters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validates: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scope (linear ops only)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prerequisite artifacts exist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characterization is current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template still compiles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6128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097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Translate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BLIS signal to its llm-d equivalent: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fidelity rating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 / Medium / Low / Upgrade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classification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Critical vs. non-critical paths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strategy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direct_map / proxy / stub / drop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Halts if: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signal in a critical branch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count mismatch vs. Stage 1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BLIS workload generator not found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Stages 3-5: Generate, Test &amp; PR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51560"/>
            <a:ext cx="2743200" cy="411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0642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Generate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9768" y="1554480"/>
            <a:ext cx="2523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(Claude) reads the mapped spec + scorer template and generates: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Scorer plugin source (.go)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Unit tests (incl. request parsing)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Scoring config update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Baseline + treatment deploy configs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Benchmark configs per workload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written to a new branch: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blis-transfer/&lt;algorithm-name&gt;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0" y="1051560"/>
            <a:ext cx="2743200" cy="411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0642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Unit Test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10128" y="1554480"/>
            <a:ext cx="2523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tests the generated code: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 new scorer tests only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full repo build + test + lint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Classify failures: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Stale mapping  → halt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Environment    → halt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Code gen error → retry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retries with error feedback.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on identical consecutive errors.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8076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080760" y="1051560"/>
            <a:ext cx="2743200" cy="411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06424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Draft PR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90488" y="1554480"/>
            <a:ext cx="2523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two draft Pull Requests: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Scheduler PR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New scorer + tests + config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Benchmark PR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Workload configs for testing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Atomic: if benchmark PR fails,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PR is closed too.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PRs reused on re-trigger.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Stages 6-8: Validate &amp; Promote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41148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51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6: Equivalence Tests (3 Suites)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A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fidelity + rank correlation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B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sensitivity (3 reps)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C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safety + pile-on check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strict order: A → B → 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39776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051560"/>
            <a:ext cx="3977640" cy="41148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972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051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Cluster Benchmark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46320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Deploy baseline (stock config)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all workloads, collect metrics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Deploy treatment (new scorer on)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same workloads, compare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check: abort if &gt;10% error rate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55264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8: Promote or Flag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requires ALL of: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40233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 (Stage 4)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equivalence suites pass (Stage 6)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benchmark meets thresholds (Stage 7)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check confirms algorithm's benefit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5488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outcomes: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754880" y="40233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fail → "transfer-failed" label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fail → "needs-debugging" label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timeout → "infra-retry" label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→ halts for human review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Translation: Composite Scorer Pattern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evolved BLIS algorithm becomes a new scorer plugin in llm-d that: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metrics directly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Accesses endpoint signals through llm-d's standard interface — no wrapping of other scorers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conditional logic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286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BLIS conditions ("if input is long, weight prefix higher") to Go 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6324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as a plugin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file, registered via config — existing scorers untouched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4048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Disableable via config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840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off without removing code — instant rollback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simpler alternatives?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Config-only (adjust weights):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express conditional logic ("if X then different weights")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existing scorers: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coupling, risks double-counting signals, invisible to metrics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Filter-based: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abstraction level — filters are for eligibility, not scoring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 Plan: 7 Pull Requests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PRs target the openevolve repo. llm-d PRs are created at runtime by the pipeline.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756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06640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630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463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infra + mapping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docs/transfer/, schemas, mapping artifact, CLAUDE.md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14630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229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9385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template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19385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Go scorer example for code gen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19385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14016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140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24140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+ Translate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41401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1-2: extraction utilities, signal mapping, tests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6640" y="24140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889504"/>
            <a:ext cx="8229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88950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28895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Test + PR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288950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3-5: code gen, retry logic, PR creation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06640" y="28895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364992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3649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88720" y="3364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characterization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37560" y="33649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benchmark runner, CV computation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06640" y="33649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8229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8404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88720" y="38404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+ Benchmark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37560" y="38404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6-8: 3-suite tests, cluster bench, promotion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06640" y="38404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315968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3159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88720" y="43159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37560" y="43159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orchestration, crash recovery, dry-run test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06640" y="43159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 Dependencies &amp; Parallelism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188720" cy="59436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99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673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26080" y="1371600"/>
            <a:ext cx="1188720" cy="59436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399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673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Extract+Translate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1188720" cy="59436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99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73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Gen+Test+PR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1188720" cy="59436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399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673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772400" y="1371600"/>
            <a:ext cx="1188720" cy="594360"/>
          </a:xfrm>
          <a:prstGeom prst="rect">
            <a:avLst/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399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1673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2377440"/>
            <a:ext cx="1188720" cy="59436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404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2679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Template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26080" y="3108960"/>
            <a:ext cx="1188720" cy="59436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136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0" y="3410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Char.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26080" y="3840480"/>
            <a:ext cx="1828800" cy="594360"/>
          </a:xfrm>
          <a:prstGeom prst="rect">
            <a:avLst/>
          </a:prstGeom>
          <a:solidFill>
            <a:srgbClr val="1A3A5C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92608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BLIS Workload Gen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4133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(external prerequisite)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103120" y="1668780"/>
            <a:ext cx="8229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1668780"/>
            <a:ext cx="8229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668780"/>
            <a:ext cx="2743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1668780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03120" y="2674620"/>
            <a:ext cx="2834640" cy="-70866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406140"/>
            <a:ext cx="2286000" cy="-144018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4137660"/>
            <a:ext cx="1645920" cy="-2171700"/>
          </a:xfrm>
          <a:prstGeom prst="line">
            <a:avLst/>
          </a:prstGeom>
          <a:noFill/>
          <a:ln w="25400">
            <a:solidFill>
              <a:srgbClr val="06B6D4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6400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path: PR1 → PR3 → PR4 → PR6 → PR7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4800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PR1 + PR2 can develop in parallel  |  PR5 is fully independent until PR6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Milestones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261872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PR1 + PR2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1704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artifact and scorer template exist. Stage 1 can extract algorithms from experiment output.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57400"/>
            <a:ext cx="54864" cy="8046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221992"/>
            <a:ext cx="475488" cy="47548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21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130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PR3 + PR4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13055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 Stages 1-5. Can extract, translate, generate code, run tests, and create draft PRs.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54864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182112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182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Pipeline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PR5 + PR6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309067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characterized. All validation stages operational: equivalence tests, cluster benchmarks, promotion.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77640"/>
            <a:ext cx="54864" cy="8046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142232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142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0" y="405079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orchestration with crash recovery. Calibration transfer validates thresholds on a known-good algorithm.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Risks &amp; Safeguards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97480" y="1051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0" y="1051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translation errors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4173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3-suite equivalence testing catches behavioral drift. Retry loop with error feedback for code gen.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0" y="14173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822960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842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artifact goes stale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98424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compiles template against llm-d HEAD + commit distance check (50-commit threshold).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0" y="198424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51176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5511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benchmarks too noisy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55117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characterization prerequisite: 5 baseline runs, CV &lt; 3%, thresholds set to 2x noise.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89520" y="255117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18104"/>
            <a:ext cx="822960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11810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thresholds wrong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311810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thresholds tagged "provisional" until calibration transfer validates them on known-good algorithm.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311810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85032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6850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BLIS workloads don't reproduce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36850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BLIS workload generator version-pinned. Stage 1 validates version. Stage 7 pre-flight re-checks.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0" y="36850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1, 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parsing fidelity gap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97480" y="42519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request parsing unit test in Stage 4. Diagnostic guide checks parsing as Stage 7 failure cause.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89520" y="42519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Invariants (Never Break These)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33856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0515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 created without passing unit tests (Stage 4 gates Stage 5)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527048"/>
            <a:ext cx="8229600" cy="438912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934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5270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 promoted without passing equivalence + benchmark (Stage 8 gates on 6+7)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2002536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483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00253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baseline restored after any Stage 7 failure (within 5 min)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57200" y="2478024"/>
            <a:ext cx="8229600" cy="438912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6032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247802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scorer disableable via config toggle — instant rollback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57200" y="2953512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35808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295351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Inter-stage JSON artifacts validated by consuming stage before processing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57200" y="3429000"/>
            <a:ext cx="8229600" cy="438912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11296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60120" y="342900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loop stops on 3 identical consecutive errors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457200" y="3904488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986784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60120" y="390448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critical signals halt pipeline — never silently proceed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457200" y="4379976"/>
            <a:ext cx="8229600" cy="438912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462272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60120" y="437997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equivalence verdicts tagged "provisional" until calibrated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216152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16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Bridge, don't copy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11430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abstraction gap between simulation and production requires a structured translation — 6 dimensions of difference handled.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892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stages, strict order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18928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Translate → Generate → Unit Test → Draft PR → Equivalence → Benchmark → Promote. Each stage gates the next.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15768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15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642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validation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31920" y="264261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equivalence test suites (baseline, staleness, concurrency) + cluster benchmarks with mechanism check.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465576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65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3924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PRs in openevolve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31920" y="33924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(PR1-2) → Pipeline (PR3-4) → Validation (PR5-6) → Integration (PR7). Critical path: PR1→PR3→PR4→PR6→PR7.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15384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15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142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 design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31920" y="41422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thresholds, calibration transfers, automatic rollback, config-toggle disable for generated scorers.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BLIS-to-llm-d Transfer Pipeline  |  Macro Plan v2  |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BLIS-to-llm-d Algorithm Transfer Pipeline</dc:title>
  <dc:subject>PptxGenJS Presentation</dc:subject>
  <dc:creator>OpenEvolve Team</dc:creator>
  <cp:lastModifiedBy>OpenEvolve Team</cp:lastModifiedBy>
  <cp:revision>1</cp:revision>
  <dcterms:created xsi:type="dcterms:W3CDTF">2026-03-04T20:56:29Z</dcterms:created>
  <dcterms:modified xsi:type="dcterms:W3CDTF">2026-03-04T20:56:29Z</dcterms:modified>
</cp:coreProperties>
</file>