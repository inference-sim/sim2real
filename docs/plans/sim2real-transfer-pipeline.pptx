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5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7482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Sim-to-Production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Pipeline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simulation-discovered algorithms to production systems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Overview  |  March 2026  |  v3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8404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64008" cy="32918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691640"/>
            <a:ext cx="33375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(inference-sim) discovers adaptive routing algorithms validated in simulation.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these exist only as Go code within the simulator's abstractions.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(llm-d) uses different data models, signal access patterns, and concurrency.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copy doesn't work.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8404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64008" cy="3291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74920" y="1691640"/>
            <a:ext cx="33375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transfer pipeline that: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the algorithm from simulation artifacts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signals across the abstraction gap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production-quality scorer plugins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equivalence with 3-suite testing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benefit in cluster benchmarks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tested PRs against target repos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doc: docs/plans/2026-03-06-sim2real-transfer-design-v3.md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Trying to Answer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280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benefit survive?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554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simulation-predicted improvements appear in production benchmarks?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0" y="1280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A/B/C + cluster benchmarks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51460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signals transfer?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788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faithfully map the signals the algorithm depends on?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coverage report + Suite 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fidelity needed?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023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signal maps imperfectly, does the algorithm degrade gracefully?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0" y="37490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log (deferred to v2+)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Architecture: 6 Stages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Prompt-driven: Markdown templates guide Claude Code through each stage interactively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43000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43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Extract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91640" y="1417320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892808" y="1417320"/>
            <a:ext cx="1143000" cy="8229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92808" y="1417320"/>
            <a:ext cx="1143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Translate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35808" y="1417320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36976" y="1417320"/>
            <a:ext cx="1143000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36976" y="1417320"/>
            <a:ext cx="1143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Generate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79976" y="1417320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81144" y="1417320"/>
            <a:ext cx="1143000" cy="8229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81144" y="1417320"/>
            <a:ext cx="1143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724144" y="1417320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25312" y="1417320"/>
            <a:ext cx="1143000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25312" y="1417320"/>
            <a:ext cx="1143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Validate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68312" y="1417320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69480" y="1417320"/>
            <a:ext cx="1143000" cy="8229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69480" y="1417320"/>
            <a:ext cx="1143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2743200"/>
            <a:ext cx="2606040" cy="1005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prompts/ - LLM instructions per 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2743200"/>
            <a:ext cx="2606040" cy="1005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520440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Tools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20440" y="3200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tools/transfer_cli.py - extraction, validation, benchmarks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0" y="2743200"/>
            <a:ext cx="2606040" cy="1005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55080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Harness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3200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tools/harness/ - equivalence testing via inference-sim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77640"/>
            <a:ext cx="8046720" cy="502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1520" y="397764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sim2real (host)  |  inference-sim (source)  |  llm-d-inference-scheduler (target)  |  llm-d-benchmark (benchmarks)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1: Extract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best_program.py (evolved code with EVOLVE-BLOCK markers)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best_program_info.json (metrics, per-workload results)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YAML files (traffic patterns)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workspace/algorithm_summary.json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code block + signals used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verdict (pass / marginal / reject)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Per-workload improvement percentages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solidFill>
            <a:srgbClr val="134E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 All signals must have High or Medium fidelity in mapping artifact. Low fidelity halts pipeline.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520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command: transfer_cli.py extract routing/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check: only conditional linear combinations (if/else, +, -, *, /). Marginal ops (min, max, abs) require user approval.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pipeline_commit hash for template drift detection across subsequent stages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2: Translate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workspace/algorithm_summary.json (from Stage 1)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docs/transfer/blis_to_llmd_mapping.md (signal mapping artifact)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workspace/signal_coverage.json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Per-signal mappings with prod types and access paths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algorithm spec (pseudocode with prod signal names)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overlap analysis (which existing scorers to disable)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solidFill>
            <a:srgbClr val="134E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 Staleness check: mapping artifact commit pin vs. submodule HEAD. User must Acknowledge or Update if they differ.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520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each sim signal to its production equivalent with fidelity rating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unmapped signals collected and reported together (pipeline halts until resolved)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count from Stage 1 must match (structural sanity check)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3: Generate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workspace/signal_coverage.json (from Stage 2)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docs/transfer/scorer_template.go.md (annotated plugin example)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llm-d-inference-scheduler submodule (target system)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transfer/&lt;algorithm_name&gt; branch in target submodule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scorer.go (plugin implementing Scorer interface)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scorer_test.go, equivalence_test.go (test files)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configs (enabled + disabled/baseline)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workspace/generated_files.json (manifest)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solidFill>
            <a:srgbClr val="134E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 Pre-flight: submodule clean, no existing branch, no uncommitted changes.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520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both codebases and bridges the abstraction gap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Instantiates scorer template: package name, signal access paths, conditional logic, config values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6 file roles: plugin, plugin_test, config, config_baseline, equivalence_test, doc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Halts on conflicts between mapped spec and scorer template conventions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4: Test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files on transfer/ branch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workspace/generated_files.json (manifest)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Amended branch with fixes (if any)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manifest with test_passed_at + final_commit SHA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solidFill>
            <a:srgbClr val="134E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 All required file roles present. go build + go test + go vet pass.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520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logic: max 3 retries per error class, 5 total. Error classes: compilation, test-unit, test-integration, lint.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detection: identical consecutive errors halt immediately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is a separate commit on the transfer/ branch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errors (disk, network) are not retried — escalate to user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5: Validate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code at final_commit SHA (from Stage 4)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inference-sim submodule (Go harness)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access (for benchmarks)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workspace/validation_results.json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A/B/C results + cluster benchmark verdict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characterization (CV per metric)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check result (PASS / FAIL / INCONCLUSIVE)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solidFill>
            <a:srgbClr val="134E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 overall_verdict = PASS requires: all 3 suites pass AND mechanism check PASS (or user-overridden INCONCLUSIVE).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520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3-suite equivalence testing + cluster benchmarks with mechanism check (details on next slide)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characterization: 5 baseline runs, CV per metric, T_eff = max(5%, 2*CV). CV &gt; 15% halts.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check: matched workload improvement &gt;= T_eff + specificity check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6: PR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workspace/validation_results.json (from Stage 5)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code on transfer/ branch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CLI authentication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14173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URLs (displayed + recorded in workspace/pr_result.json)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log entry in docs/transfer/calibration_log.md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 with validation summary + rollback instructions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solidFill>
            <a:srgbClr val="134E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 gh auth status must pass. overall_verdict must be PASS.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520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 includes: algorithm summary, suite results (A/B/C), benchmark verdict, mechanism check, rollback instructions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toggle for rollback (disable scorer via config)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log entry: fidelity ratings, suite scores, benchmark results, threshold data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Equivalence Testing: 3 Suites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60604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0604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Suite 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Equivalence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test tuples (systematic: threshold boundaries, extremes, medians)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each through sim algorithm AND translated plugin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fidelity: |sim - prod| &lt;= 1e-6 abs OR 1% relative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correlation: Kendall-tau &gt; 0.8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signals: extra divergence-range tuples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051560"/>
            <a:ext cx="260604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83280" y="1051560"/>
            <a:ext cx="260604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20440" y="1188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Suite 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1508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Sensitivity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8745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Suite A tuples with synthetic staleness injection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delays per source group, 3 seeded repetitions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stability: tau &gt; 0.7 across all repetitions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Threshold-crossing stability: &lt;20% changes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trivially passes (approximate scorer = 0 latency)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60604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6060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55080" y="1188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Suite 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1508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Stress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18745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C1: 20 concurrent decisions, same snapshot</a:t>
            </a:r>
            <a:endParaRPr lang="en-US" sz="1050" dirty="0"/>
          </a:p>
          <a:p>
            <a:pPr marL="0" lvl="1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panics, no NaN/Inf, bitwise-identical results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C2: 20 sequential-rapid with state updates</a:t>
            </a:r>
            <a:endParaRPr lang="en-US" sz="1050" dirty="0"/>
          </a:p>
          <a:p>
            <a:pPr marL="0" lvl="1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endpoint &gt; 2x fair share (pile-on check)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for both approximate and precise scorers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B v1 note: all v1 signals use the approximate (router-side) scorer with 0 staleness. Precise (ZMQ) scorer not yet modeled.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llm-d Scorer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840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64008" cy="2560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097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Approximate Scorer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383280" y="1143000"/>
            <a:ext cx="868680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1430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target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router-side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Instantaneous score computation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collection latency (staleness = 0)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inference-sim signals map here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B passes trivially for these signals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64008" cy="2560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Precise Scorer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589520" y="1143000"/>
            <a:ext cx="86868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589520" y="11430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160020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Communicates with model servers via ZMQ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actual engine state (KV cache, batch)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variable collection latency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modeled in inference-sim (BLIS)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B becomes critical for these signals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Suite B is infrastructure for the future. Suite C remains fully relevant for both scorer types.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 Plan: 6 PRs in sim2real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393192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64008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94360" cy="3200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14300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1115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+ Scaffolding + CLI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mapping artifact, project structure, extract/validate CLI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93192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64008" cy="10972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2423160"/>
            <a:ext cx="594360" cy="3200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6304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Template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plugin example for code generation reference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393192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64008" cy="10972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703320"/>
            <a:ext cx="594360" cy="3200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70332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63040" y="3675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(Stages 1-3) + Go Harness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1148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Extract/translate/generate prompts, equivalence harness skeleton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1005840"/>
            <a:ext cx="393192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0" y="100584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937760" y="1143000"/>
            <a:ext cx="594360" cy="320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114300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0" y="1115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(Stage 4) + Test Retry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83480" y="1554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Build/test prompt with error classification, retry limits, loop detection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286000"/>
            <a:ext cx="393192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228600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937760" y="2423160"/>
            <a:ext cx="59436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37760" y="242316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Noise + Benchmarks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83480" y="2834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A/B/C logic, noise characterization, cluster benchmark tooling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54880" y="3566160"/>
            <a:ext cx="3931920" cy="10972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3566160"/>
            <a:ext cx="64008" cy="10972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937760" y="3703320"/>
            <a:ext cx="594360" cy="3200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937760" y="370332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69280" y="3675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Creation + Self-Verification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983480" y="41148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6 prompt, smoke test with synthetic algorithm, calibration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 Dependencies &amp; Milestones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96012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874520"/>
            <a:ext cx="960120" cy="5029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60320" y="1481328"/>
            <a:ext cx="9601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560320" y="1481328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1481328"/>
            <a:ext cx="96012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481328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481328"/>
            <a:ext cx="960120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0" y="1481328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PR5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98080" y="1481328"/>
            <a:ext cx="960120" cy="5029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98080" y="1481328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91640" y="1353312"/>
            <a:ext cx="868680" cy="38404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691640" y="2121408"/>
            <a:ext cx="8686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20440" y="148132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49240" y="148132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78040" y="1481328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path: PR1 → PR2 → PR3 → PR4 → PR5 → PR6  (PR1 &amp; PR2 have partial parallelism)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8046720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PRs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Testable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Foundation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PR1 + PR2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algorithm, validate mapping, compile scorer template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Stages 1-4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PR3 + PR4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transfer through code generation + local testing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Full Validation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3-suite equivalence + cluster benchmarks + noise characterization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Self-Verified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with synthetic algorithm, calibration transfer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Works After Each PR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64008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987552"/>
            <a:ext cx="6400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8755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914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can extract algorithms from input artifacts. Mapping artifact documents all signal correspondences. validate-mapping checks structural completeness.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64008" cy="5486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645920"/>
            <a:ext cx="64008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645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157276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template compiles against llm-d HEAD. Provides annotated reference for LLM code generation: interface, tests, config, feature flag.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231136"/>
            <a:ext cx="64008" cy="5486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2304288"/>
            <a:ext cx="640080" cy="3657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3042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54480" y="223113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Claude Code session can run Stages 1-3: extract algorithm, translate signals, generate scorer plugin on a branch in the target submodule. Go harness compiles.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889504"/>
            <a:ext cx="64008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962656"/>
            <a:ext cx="64008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54480" y="288950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works: generated code builds, tests run with retry logic (max 3/class, 5 total), loop detection, error classification. Full Stages 1-4 end-to-end.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547872"/>
            <a:ext cx="64008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" y="3621024"/>
            <a:ext cx="640080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62102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54480" y="35478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validation: Suite A (numeric + rank), Suite B (staleness, trivial for v1), Suite C (concurrency). Noise characterization + cluster benchmarks operational.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64008" cy="5486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4279392"/>
            <a:ext cx="64008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" y="427939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54480" y="4206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pipeline: 6 stages end-to-end. PRs created via gh CLI with validation summaries. Smoke-tested with synthetic algorithm. Calibration log active.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2471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1247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0515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Prompt-driven architecture: Markdown templates drive the pipeline, not Python modules. Thin CLI for mechanical tasks only.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6479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7647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69164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6-stage pipeline: Extract → Translate → Generate → Test → Validate → PR. Each stage has defined I/O contracts with JSON schema validation.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40487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4048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33172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3-suite validation: Suite A (numeric fidelity + rank), Suite B (staleness infrastructure), Suite C (concurrency safety). Plus cluster benchmarks with mechanism check.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04495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0449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97180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scorer types: v1 targets the approximate (router-side, instantaneous) scorer. Suite B infrastructure prepares for future precise (ZMQ) scorer transfers.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68503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6850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61188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sequential PRs all in sim2real. No cross-repo PRs during build phase. Target repo PRs created at runtime by the pipeline itself.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3251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34440" y="42519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Self-verifying: PR6 smoke-tests the full pipeline with a synthetic algorithm before the first real transfer.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5655</TotalTime>
  <Words>1977</Words>
  <Application>Microsoft Macintosh PowerPoint</Application>
  <PresentationFormat>On-screen Show (16:9)</PresentationFormat>
  <Paragraphs>280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Sim-to-Production Transfer Pipeline</dc:title>
  <dc:subject>PptxGenJS Presentation</dc:subject>
  <dc:creator>sim2real team</dc:creator>
  <cp:lastModifiedBy>Michael Kalantar</cp:lastModifiedBy>
  <cp:revision>2</cp:revision>
  <dcterms:created xsi:type="dcterms:W3CDTF">2026-03-06T23:05:57Z</dcterms:created>
  <dcterms:modified xsi:type="dcterms:W3CDTF">2026-03-10T21:23:48Z</dcterms:modified>
</cp:coreProperties>
</file>