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740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4A7FB5">
              <a:alpha val="25000"/>
            </a:srgbClr>
          </a:solidFill>
          <a:ln w="12700">
            <a:solidFill>
              <a:srgbClr val="4A7FB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D6E4F7">
              <a:alpha val="15000"/>
            </a:srgbClr>
          </a:solidFill>
          <a:ln w="12700">
            <a:solidFill>
              <a:srgbClr val="D6E4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1280160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sim2real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6E4F7"/>
                </a:solidFill>
              </a:rPr>
              <a:t>Transfer Pipeline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FB5"/>
                </a:solidFill>
              </a:rPr>
              <a:t>Automated sim-to-production transfer of evolved LLM routing algorithms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526280"/>
            <a:ext cx="128016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Extract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4526280"/>
            <a:ext cx="12801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452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 Translate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4526280"/>
            <a:ext cx="128016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 Generate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4526280"/>
            <a:ext cx="12801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 Test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4526280"/>
            <a:ext cx="12801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Validate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43800" y="4526280"/>
            <a:ext cx="12801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4380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 PR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Pipeline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12064" y="1426464"/>
            <a:ext cx="128016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2801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Extract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Parse EVOLVE-BLOCK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→ algorithm_summary.json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55648" y="2377440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73936" y="2313432"/>
            <a:ext cx="73152" cy="640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73936" y="2441448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01952" y="1426464"/>
            <a:ext cx="128016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47088" y="137160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47088" y="1371600"/>
            <a:ext cx="12801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47088" y="1371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92808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Translate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92808" y="21945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Map sim signals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→ signal_coverage.json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45536" y="2377440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63824" y="2313432"/>
            <a:ext cx="73152" cy="640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63824" y="2441448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91840" y="1426464"/>
            <a:ext cx="128016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36976" y="137160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36976" y="1371600"/>
            <a:ext cx="12801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36976" y="1371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82696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Generate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82696" y="21945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LLM produces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Go scorer plugin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35424" y="2377440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53712" y="2313432"/>
            <a:ext cx="73152" cy="640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53712" y="2441448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81728" y="1426464"/>
            <a:ext cx="128016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26864" y="137160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26864" y="1371600"/>
            <a:ext cx="12801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26864" y="1371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72584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Test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72584" y="21945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build + vet + test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with retry logic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25312" y="2377440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43600" y="2313432"/>
            <a:ext cx="73152" cy="640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43600" y="2441448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71616" y="1426464"/>
            <a:ext cx="128016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16752" y="137160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16752" y="1371600"/>
            <a:ext cx="12801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16752" y="1371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062472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Validate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062472" y="21945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3-suite equiv. +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cluster benchmarks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15200" y="2377440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333488" y="2313432"/>
            <a:ext cx="73152" cy="640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333488" y="2441448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461504" y="1426464"/>
            <a:ext cx="128016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406640" y="137160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406640" y="1371600"/>
            <a:ext cx="1280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406640" y="1371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45236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PR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452360" y="21945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Create PRs in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llm-d repos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Input: blis_router/best/ (evolved algorithm EVOLVE-BLOCK)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66344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Output: PRs in llm-d-inference-scheduler + calibration log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Each stage validates its output artifact before handing off. Any failure halts the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694944" cy="6949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0704" y="91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Extract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0704" y="5029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</a:rPr>
              <a:t>Parse the evolved algorithm artifacts into a validated machine-readable summary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987552"/>
            <a:ext cx="0" cy="4023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Steps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37160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1  </a:t>
            </a:r>
            <a:r>
              <a:rPr lang="en-US" sz="1100" dirty="0">
                <a:solidFill>
                  <a:srgbClr val="1A1A2E"/>
                </a:solidFill>
              </a:rPr>
              <a:t>Check input files exist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(best_program.go, best_program_info.json)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2  </a:t>
            </a:r>
            <a:r>
              <a:rPr lang="en-US" sz="1100" dirty="0">
                <a:solidFill>
                  <a:srgbClr val="1A1A2E"/>
                </a:solidFill>
              </a:rPr>
              <a:t>Warn if blis observe not registered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in inference-sim (Stage 5 will fail later)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3  </a:t>
            </a:r>
            <a:r>
              <a:rPr lang="en-US" sz="1100" dirty="0">
                <a:solidFill>
                  <a:srgbClr val="1A1A2E"/>
                </a:solidFill>
              </a:rPr>
              <a:t>Delete any stale algorithm_summary.json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4  </a:t>
            </a:r>
            <a:r>
              <a:rPr lang="en-US" sz="1100" dirty="0">
                <a:solidFill>
                  <a:srgbClr val="1A1A2E"/>
                </a:solidFill>
              </a:rPr>
              <a:t>Run transfer_cli.py extract [--strict]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→ parses EVOLVE-BLOCK, extracts signals,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  computes content hash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5  </a:t>
            </a:r>
            <a:r>
              <a:rPr lang="en-US" sz="1100" dirty="0">
                <a:solidFill>
                  <a:srgbClr val="1A1A2E"/>
                </a:solidFill>
              </a:rPr>
              <a:t>Schema-validate workspace/algorithm_summary.json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6  </a:t>
            </a:r>
            <a:r>
              <a:rPr lang="en-US" sz="1100" dirty="0">
                <a:solidFill>
                  <a:srgbClr val="1A1A2E"/>
                </a:solidFill>
              </a:rPr>
              <a:t>Assert scope_validation_passed =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663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37160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1. </a:t>
            </a:r>
            <a:r>
              <a:rPr lang="en-US" sz="1100" dirty="0">
                <a:solidFill>
                  <a:srgbClr val="1A1A2E"/>
                </a:solidFill>
              </a:rPr>
              <a:t>Fast-fail before wasting downstream stages on a missing input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2. </a:t>
            </a:r>
            <a:r>
              <a:rPr lang="en-US" sz="1100" dirty="0">
                <a:solidFill>
                  <a:srgbClr val="1A1A2E"/>
                </a:solidFill>
              </a:rPr>
              <a:t>Surfaces the Stage 5 cluster blocker early, not mid-pipeline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3. </a:t>
            </a:r>
            <a:r>
              <a:rPr lang="en-US" sz="1100" dirty="0">
                <a:solidFill>
                  <a:srgbClr val="1A1A2E"/>
                </a:solidFill>
              </a:rPr>
              <a:t>Prevents downstream consuming prior-run stale data after a partial failure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4. </a:t>
            </a:r>
            <a:r>
              <a:rPr lang="en-US" sz="1100" dirty="0">
                <a:solidFill>
                  <a:srgbClr val="1A1A2E"/>
                </a:solidFill>
              </a:rPr>
              <a:t>Content hash lets later stages detect if the algorithm was modified mid-pipeline (drift guard)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5. </a:t>
            </a:r>
            <a:r>
              <a:rPr lang="en-US" sz="1100" dirty="0">
                <a:solidFill>
                  <a:srgbClr val="1A1A2E"/>
                </a:solidFill>
              </a:rPr>
              <a:t>Catches malformed JSON before Stage 2 silently reads wrong fields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6. </a:t>
            </a:r>
            <a:r>
              <a:rPr lang="en-US" sz="1100" dirty="0">
                <a:solidFill>
                  <a:srgbClr val="1A1A2E"/>
                </a:solidFill>
              </a:rPr>
              <a:t>Out-of-scope algorithm (e.g. MCTS, RL policy) can't be transferred — halts here rather than generating wrong code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72069C-D357-1BB1-841C-88F84FA57CFE}"/>
              </a:ext>
            </a:extLst>
          </p:cNvPr>
          <p:cNvSpPr/>
          <p:nvPr/>
        </p:nvSpPr>
        <p:spPr>
          <a:xfrm>
            <a:off x="228600" y="2823967"/>
            <a:ext cx="4343400" cy="8911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694944" cy="694944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0704" y="91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Translate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0704" y="5029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</a:rPr>
              <a:t>Map every simulation signal to its production equivalent, with units and access paths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987552"/>
            <a:ext cx="0" cy="4023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Steps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37160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1  </a:t>
            </a:r>
            <a:r>
              <a:rPr lang="en-US" sz="1100" dirty="0">
                <a:solidFill>
                  <a:srgbClr val="1A1A2E"/>
                </a:solidFill>
              </a:rPr>
              <a:t>Verify algorithm_summary.json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(exists, schema-valid, scope passed)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2  </a:t>
            </a:r>
            <a:r>
              <a:rPr lang="en-US" sz="1100" dirty="0">
                <a:solidFill>
                  <a:srgbClr val="1A1A2E"/>
                </a:solidFill>
              </a:rPr>
              <a:t>Extract pinned commit hash from mapping artifact;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check submodule HEAD matches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3  </a:t>
            </a:r>
            <a:r>
              <a:rPr lang="en-US" sz="1100" dirty="0">
                <a:solidFill>
                  <a:srgbClr val="1A1A2E"/>
                </a:solidFill>
              </a:rPr>
              <a:t>Delete stale signal_coverage.json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4  </a:t>
            </a:r>
            <a:r>
              <a:rPr lang="en-US" sz="1100" dirty="0">
                <a:solidFill>
                  <a:srgbClr val="1A1A2E"/>
                </a:solidFill>
              </a:rPr>
              <a:t>For each signal in algorithm_summary: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  look up prod field name, access path,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  unit normalization in blis_to_llmd_mapping.md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5  </a:t>
            </a:r>
            <a:r>
              <a:rPr lang="en-US" sz="1100" dirty="0">
                <a:solidFill>
                  <a:srgbClr val="1A1A2E"/>
                </a:solidFill>
              </a:rPr>
              <a:t>Assert all signals mapped; coverage_complete = true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6  </a:t>
            </a:r>
            <a:r>
              <a:rPr lang="en-US" sz="1100" dirty="0">
                <a:solidFill>
                  <a:srgbClr val="1A1A2E"/>
                </a:solidFill>
              </a:rPr>
              <a:t>Write workspace/signal_coverage.json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with commit_hash pinned to current submodule HEAD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663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37160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1. </a:t>
            </a:r>
            <a:r>
              <a:rPr lang="en-US" sz="1100" dirty="0">
                <a:solidFill>
                  <a:srgbClr val="1A1A2E"/>
                </a:solidFill>
              </a:rPr>
              <a:t>Chain of custody — bad input caught at stage boundary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2. </a:t>
            </a:r>
            <a:r>
              <a:rPr lang="en-US" sz="1100" dirty="0">
                <a:solidFill>
                  <a:srgbClr val="1A1A2E"/>
                </a:solidFill>
              </a:rPr>
              <a:t>Production field names change; a stale mapping generates code reading non-existent struct fields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3. </a:t>
            </a:r>
            <a:r>
              <a:rPr lang="en-US" sz="1100" dirty="0">
                <a:solidFill>
                  <a:srgbClr val="1A1A2E"/>
                </a:solidFill>
              </a:rPr>
              <a:t>Prevents Stage 3 from consuming signal coverage from a different algorithm run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4. </a:t>
            </a:r>
            <a:r>
              <a:rPr lang="en-US" sz="1100" dirty="0">
                <a:solidFill>
                  <a:srgbClr val="1A1A2E"/>
                </a:solidFill>
              </a:rPr>
              <a:t>Sim signals use different scales (e.g. KVUtilization 0–1 vs KVCacheUsagePercent 0–100); wrong normalization = inverted routing decisions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5. </a:t>
            </a:r>
            <a:r>
              <a:rPr lang="en-US" sz="1100" dirty="0">
                <a:solidFill>
                  <a:srgbClr val="1A1A2E"/>
                </a:solidFill>
              </a:rPr>
              <a:t>Unmapped signals silently disappear from the scorer — the algorithm's logic becomes incomplete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6. </a:t>
            </a:r>
            <a:r>
              <a:rPr lang="en-US" sz="1100" dirty="0">
                <a:solidFill>
                  <a:srgbClr val="1A1A2E"/>
                </a:solidFill>
              </a:rPr>
              <a:t>commit_hash in the artifact lets Stage 3 verify nothing changed between translation and generation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3B1020-62EE-CF5E-DA9F-22F08277CF17}"/>
              </a:ext>
            </a:extLst>
          </p:cNvPr>
          <p:cNvSpPr/>
          <p:nvPr/>
        </p:nvSpPr>
        <p:spPr>
          <a:xfrm>
            <a:off x="228600" y="2842822"/>
            <a:ext cx="4343400" cy="824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694944" cy="694944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0704" y="91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Generate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0704" y="5029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</a:rPr>
              <a:t>LLM writes production Go scorer code from algorithm logic + signal mappings + scorer template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987552"/>
            <a:ext cx="0" cy="4023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Steps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37160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1  </a:t>
            </a:r>
            <a:r>
              <a:rPr lang="en-US" sz="1100" dirty="0">
                <a:solidFill>
                  <a:srgbClr val="1A1A2E"/>
                </a:solidFill>
              </a:rPr>
              <a:t>Verify 4 inputs: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  algorithm_summary, signal_coverage,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  scorer_template.go.md, blis_to_llmd_mapping.md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2  </a:t>
            </a:r>
            <a:r>
              <a:rPr lang="en-US" sz="1100" dirty="0">
                <a:solidFill>
                  <a:srgbClr val="1A1A2E"/>
                </a:solidFill>
              </a:rPr>
              <a:t>Check signal_coverage.commit_hash matches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current llm-d-inference-scheduler HEAD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3  </a:t>
            </a:r>
            <a:r>
              <a:rPr lang="en-US" sz="1100" dirty="0">
                <a:solidFill>
                  <a:srgbClr val="1A1A2E"/>
                </a:solidFill>
              </a:rPr>
              <a:t>Delete any prior-run scorer and stage3_output.json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4  </a:t>
            </a:r>
            <a:r>
              <a:rPr lang="en-US" sz="1100" dirty="0">
                <a:solidFill>
                  <a:srgbClr val="1A1A2E"/>
                </a:solidFill>
              </a:rPr>
              <a:t>LLM reads EVOLVE-BLOCK logic + normalization notes;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generates scorer.go implementing scheduling.Scorer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5  </a:t>
            </a:r>
            <a:r>
              <a:rPr lang="en-US" sz="1100" dirty="0">
                <a:solidFill>
                  <a:srgbClr val="1A1A2E"/>
                </a:solidFill>
              </a:rPr>
              <a:t>LLM generates scorer_test.go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6  </a:t>
            </a:r>
            <a:r>
              <a:rPr lang="en-US" sz="1100" dirty="0">
                <a:solidFill>
                  <a:srgbClr val="1A1A2E"/>
                </a:solidFill>
              </a:rPr>
              <a:t>Write workspace/stage3_output.json with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scorer_file, test_file, register_file paths + scorer_type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7  </a:t>
            </a:r>
            <a:r>
              <a:rPr lang="en-US" sz="1100" dirty="0">
                <a:solidFill>
                  <a:srgbClr val="1A1A2E"/>
                </a:solidFill>
              </a:rPr>
              <a:t>Assert: no PLACEHOLDER markers remain in scorer.go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663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37160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1. </a:t>
            </a:r>
            <a:r>
              <a:rPr lang="en-US" sz="1100" dirty="0">
                <a:solidFill>
                  <a:srgbClr val="1A1A2E"/>
                </a:solidFill>
              </a:rPr>
              <a:t>All 4 inputs required for structurally correct, correctly normalised code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2. </a:t>
            </a:r>
            <a:r>
              <a:rPr lang="en-US" sz="1100" dirty="0">
                <a:solidFill>
                  <a:srgbClr val="1A1A2E"/>
                </a:solidFill>
              </a:rPr>
              <a:t>If submodule moved between Stage 2 and 3, field paths may be stale — halt before generating wrong code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3. </a:t>
            </a:r>
            <a:r>
              <a:rPr lang="en-US" sz="1100" dirty="0">
                <a:solidFill>
                  <a:srgbClr val="1A1A2E"/>
                </a:solidFill>
              </a:rPr>
              <a:t>Leftover files from a prior failed run could mask a new generation failure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4. </a:t>
            </a:r>
            <a:r>
              <a:rPr lang="en-US" sz="1100" dirty="0">
                <a:solidFill>
                  <a:srgbClr val="1A1A2E"/>
                </a:solidFill>
              </a:rPr>
              <a:t>EVOLVE-BLOCK has scoring weights, penalty functions, composite formulas — the entire algorithmic logic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5. </a:t>
            </a:r>
            <a:r>
              <a:rPr lang="en-US" sz="1100" dirty="0">
                <a:solidFill>
                  <a:srgbClr val="1A1A2E"/>
                </a:solidFill>
              </a:rPr>
              <a:t>Tests drive Stage 4; without them go test has nothing to run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6. </a:t>
            </a:r>
            <a:r>
              <a:rPr lang="en-US" sz="1100" dirty="0">
                <a:solidFill>
                  <a:srgbClr val="1A1A2E"/>
                </a:solidFill>
              </a:rPr>
              <a:t>Stage 4 reads file paths from this artifact — no guessing about filenames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7. </a:t>
            </a:r>
            <a:r>
              <a:rPr lang="en-US" sz="1100" dirty="0">
                <a:solidFill>
                  <a:srgbClr val="1A1A2E"/>
                </a:solidFill>
              </a:rPr>
              <a:t>PLACEHOLDER = generation stopped mid-way; the scorer would silently return zeroes or constants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13253C-A6BD-87F3-295C-05EDDC582DE4}"/>
              </a:ext>
            </a:extLst>
          </p:cNvPr>
          <p:cNvSpPr/>
          <p:nvPr/>
        </p:nvSpPr>
        <p:spPr>
          <a:xfrm>
            <a:off x="228600" y="3069064"/>
            <a:ext cx="4343400" cy="914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DDB536-1B85-9F9F-EA84-9EB14E1CD8DC}"/>
              </a:ext>
            </a:extLst>
          </p:cNvPr>
          <p:cNvSpPr txBox="1"/>
          <p:nvPr/>
        </p:nvSpPr>
        <p:spPr>
          <a:xfrm>
            <a:off x="4751109" y="4590854"/>
            <a:ext cx="118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Tekton</a:t>
            </a:r>
            <a:r>
              <a:rPr lang="en-US" dirty="0"/>
              <a:t> too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694944" cy="694944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0704" y="91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0704" y="5029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</a:rPr>
              <a:t>Build and test the generated scorer with structured retry logic and error classification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987552"/>
            <a:ext cx="0" cy="4023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353312"/>
            <a:ext cx="4663440" cy="36118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Pseudocode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41732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Prerequisite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stage3_output.json → file paths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scorer_file, test_file, register_file exist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Retry loop (per error class, max 3 attempts)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loop: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 build ./pkg/plugins/scorer/...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fail → classify(output)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fix_code(error_class)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retry or HALT if limit reached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 vet ./pkg/plugins/scorer/...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fail → classify → fix → retry/HALT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 test ./pkg/plugins/scorer/... -v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fail → classify → fix → retry/HALT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same error seen twice → HALT (loop detect)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Success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+ vet + test all pass → Stage 4 done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663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37160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1. </a:t>
            </a:r>
            <a:r>
              <a:rPr lang="en-US" sz="1100" dirty="0">
                <a:solidFill>
                  <a:srgbClr val="1A1A2E"/>
                </a:solidFill>
              </a:rPr>
              <a:t>File paths come from stage3_output — no hardcoded names, works for any algorithm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2. </a:t>
            </a:r>
            <a:r>
              <a:rPr lang="en-US" sz="1100" dirty="0">
                <a:solidFill>
                  <a:srgbClr val="1A1A2E"/>
                </a:solidFill>
              </a:rPr>
              <a:t>Scoped to scorer package: unrelated module failures don't block this stage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3. </a:t>
            </a:r>
            <a:r>
              <a:rPr lang="en-US" sz="1100" dirty="0">
                <a:solidFill>
                  <a:srgbClr val="1A1A2E"/>
                </a:solidFill>
              </a:rPr>
              <a:t>Retry limits prevent infinite fix loops; loop detection catches when LLM repeats the same wrong fix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4. </a:t>
            </a:r>
            <a:r>
              <a:rPr lang="en-US" sz="1100" dirty="0">
                <a:solidFill>
                  <a:srgbClr val="1A1A2E"/>
                </a:solidFill>
              </a:rPr>
              <a:t>Error classification (compilation / test_failure / infrastructure) focuses the fix on the right layer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5. </a:t>
            </a:r>
            <a:r>
              <a:rPr lang="en-US" sz="1100" dirty="0">
                <a:solidFill>
                  <a:srgbClr val="1A1A2E"/>
                </a:solidFill>
              </a:rPr>
              <a:t>Stage 4 has no output artifact — success is implicit in the build passing; Stage 5 re-verifies via go build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85806C-AD23-3EB8-0483-F0E6BA715EC4}"/>
              </a:ext>
            </a:extLst>
          </p:cNvPr>
          <p:cNvSpPr/>
          <p:nvPr/>
        </p:nvSpPr>
        <p:spPr>
          <a:xfrm>
            <a:off x="274320" y="2314920"/>
            <a:ext cx="4343400" cy="324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694944" cy="694944"/>
          </a:xfrm>
          <a:prstGeom prst="ellipse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0704" y="91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Validate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0704" y="5029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</a:rPr>
              <a:t>3-suite behavioural equivalence + live cluster benchmarks with T_eff mechanism check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987552"/>
            <a:ext cx="0" cy="4023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353312"/>
            <a:ext cx="4663440" cy="36118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Pseudocode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41732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 prerequisites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signal_coverage, stage3_output valid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go build scorer OK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algorithm_summary.json exists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Noise gate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benchmark-state → noise_status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noise_status != 'done':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 3  // REENTER after running noise phase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Suite A: go test TestSuiteA_KendallTau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 mean_tau &gt;= 0.8  // HALT if not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Suite B: go test TestSuiteB_StalenessStability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record only (informational for v1)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Suite C: go test TestSuiteC -race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 deterministic &amp; pile-on &lt;= 2.0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Tekton: noise → baseline → treatment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--noise --baseline --treatment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mechanism_check_verdict = PASS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→ validation_results.json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generate-evidence → transfer_evidence.md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663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37160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1. </a:t>
            </a:r>
            <a:r>
              <a:rPr lang="en-US" sz="1100" dirty="0">
                <a:solidFill>
                  <a:srgbClr val="1A1A2E"/>
                </a:solidFill>
              </a:rPr>
              <a:t>algorithm_summary.json guards Suite A's t.Skip — without it Suite A exits 0 without running any checks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2. </a:t>
            </a:r>
            <a:r>
              <a:rPr lang="en-US" sz="1100" dirty="0">
                <a:solidFill>
                  <a:srgbClr val="1A1A2E"/>
                </a:solidFill>
              </a:rPr>
              <a:t>Noise characterization must run first to compute T_eff (the threshold is 2× noise CV)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3. </a:t>
            </a:r>
            <a:r>
              <a:rPr lang="en-US" sz="1100" dirty="0">
                <a:solidFill>
                  <a:srgbClr val="1A1A2E"/>
                </a:solidFill>
              </a:rPr>
              <a:t>Suite A (Kendall-tau ≥ 0.8): proves the scorer ranks pods in the same order as the simulator — core equivalence check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4. </a:t>
            </a:r>
            <a:r>
              <a:rPr lang="en-US" sz="1100" dirty="0">
                <a:solidFill>
                  <a:srgbClr val="1A1A2E"/>
                </a:solidFill>
              </a:rPr>
              <a:t>Suite B: measures staleness sensitivity; informational now but will become a gate in v2 when streaming metrics land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5. </a:t>
            </a:r>
            <a:r>
              <a:rPr lang="en-US" sz="1100" dirty="0">
                <a:solidFill>
                  <a:srgbClr val="1A1A2E"/>
                </a:solidFill>
              </a:rPr>
              <a:t>Suite C: concurrent safety required in prod (scorer runs per-request); pile-on ratio catches winner-takes-all collapse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6. </a:t>
            </a:r>
            <a:r>
              <a:rPr lang="en-US" sz="1100" dirty="0">
                <a:solidFill>
                  <a:srgbClr val="1A1A2E"/>
                </a:solidFill>
              </a:rPr>
              <a:t>Cluster pipeline isolates each phase (noise/baseline/treatment) with state tracking — resumable after failures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7. </a:t>
            </a:r>
            <a:r>
              <a:rPr lang="en-US" sz="1100" dirty="0">
                <a:solidFill>
                  <a:srgbClr val="1A1A2E"/>
                </a:solidFill>
              </a:rPr>
              <a:t>T_eff mechanism check: proves the real-world improvement is signal, not noise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D1CE12-9BEA-09A7-1F10-8A2F679AA95A}"/>
              </a:ext>
            </a:extLst>
          </p:cNvPr>
          <p:cNvSpPr/>
          <p:nvPr/>
        </p:nvSpPr>
        <p:spPr>
          <a:xfrm>
            <a:off x="5120074" y="2262433"/>
            <a:ext cx="3858767" cy="13857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694944" cy="6949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0704" y="91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 Creation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0704" y="5029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</a:rPr>
              <a:t>Push scorer to llm-d, open pull requests, record calibration log entry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987552"/>
            <a:ext cx="0" cy="4023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Steps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37160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1  </a:t>
            </a:r>
            <a:r>
              <a:rPr lang="en-US" sz="1100" dirty="0">
                <a:solidFill>
                  <a:srgbClr val="1A1A2E"/>
                </a:solidFill>
              </a:rPr>
              <a:t>Verify all predecessor artifacts: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  validation_results.json (schema-valid),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  transfer_evidence.md (non-empty),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  algorithm_summary.json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2  </a:t>
            </a:r>
            <a:r>
              <a:rPr lang="en-US" sz="1100" dirty="0">
                <a:solidFill>
                  <a:srgbClr val="1A1A2E"/>
                </a:solidFill>
              </a:rPr>
              <a:t>Assert overall_verdict = PASS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(or INCONCLUSIVE with operator_notes)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3  </a:t>
            </a:r>
            <a:r>
              <a:rPr lang="en-US" sz="1100" dirty="0">
                <a:solidFill>
                  <a:srgbClr val="1A1A2E"/>
                </a:solidFill>
              </a:rPr>
              <a:t>Create branch in llm-d-inference-scheduler;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push generated scorer files only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4  </a:t>
            </a:r>
            <a:r>
              <a:rPr lang="en-US" sz="1100" dirty="0">
                <a:solidFill>
                  <a:srgbClr val="1A1A2E"/>
                </a:solidFill>
              </a:rPr>
              <a:t>gh pr create with evidence links,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validation metrics in PR body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5  </a:t>
            </a:r>
            <a:r>
              <a:rPr lang="en-US" sz="1100" dirty="0">
                <a:solidFill>
                  <a:srgbClr val="1A1A2E"/>
                </a:solidFill>
              </a:rPr>
              <a:t>Assert PR URL returned non-empty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7FB5"/>
                </a:solidFill>
              </a:rPr>
              <a:t>6  </a:t>
            </a:r>
            <a:r>
              <a:rPr lang="en-US" sz="1100" dirty="0">
                <a:solidFill>
                  <a:srgbClr val="1A1A2E"/>
                </a:solidFill>
              </a:rPr>
              <a:t>Append calibration log entry to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docs/transfer/calibration_log.md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</a:rPr>
              <a:t>(atomic write with corruption detection)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663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37160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1. </a:t>
            </a:r>
            <a:r>
              <a:rPr lang="en-US" sz="1100" dirty="0">
                <a:solidFill>
                  <a:srgbClr val="1A1A2E"/>
                </a:solidFill>
              </a:rPr>
              <a:t>Prerequisites ensure no artifact is stale from a prior run — the PR must reflect this transfer's actual results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2. </a:t>
            </a:r>
            <a:r>
              <a:rPr lang="en-US" sz="1100" dirty="0">
                <a:solidFill>
                  <a:srgbClr val="1A1A2E"/>
                </a:solidFill>
              </a:rPr>
              <a:t>Don't create a PR for a scorer that failed equivalence or cluster benchmarks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3. </a:t>
            </a:r>
            <a:r>
              <a:rPr lang="en-US" sz="1100" dirty="0">
                <a:solidFill>
                  <a:srgbClr val="1A1A2E"/>
                </a:solidFill>
              </a:rPr>
              <a:t>Scorer files only — no unrelated changes in the submodule pollute the PR diff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4. </a:t>
            </a:r>
            <a:r>
              <a:rPr lang="en-US" sz="1100" dirty="0">
                <a:solidFill>
                  <a:srgbClr val="1A1A2E"/>
                </a:solidFill>
              </a:rPr>
              <a:t>Evidence links (validation metrics, tau score, T_eff) give reviewers everything they need without chasing down artifacts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5. </a:t>
            </a:r>
            <a:r>
              <a:rPr lang="en-US" sz="1100" dirty="0">
                <a:solidFill>
                  <a:srgbClr val="1A1A2E"/>
                </a:solidFill>
              </a:rPr>
              <a:t>A silent gh failure would leave no PR but the pipeline would report success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7FB5"/>
                </a:solidFill>
              </a:rPr>
              <a:t>6. </a:t>
            </a:r>
            <a:r>
              <a:rPr lang="en-US" sz="1100" dirty="0">
                <a:solidFill>
                  <a:srgbClr val="1A1A2E"/>
                </a:solidFill>
              </a:rPr>
              <a:t>Calibration log is the long-term audit trail linking each algorithm to its validation evidence and transfer timestamp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4A7FB5">
              <a:alpha val="18000"/>
            </a:srgbClr>
          </a:solidFill>
          <a:ln w="12700">
            <a:solidFill>
              <a:srgbClr val="4A7FB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D6E4F7">
              <a:alpha val="12000"/>
            </a:srgbClr>
          </a:solidFill>
          <a:ln w="12700">
            <a:solidFill>
              <a:srgbClr val="D6E4F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Pipeline Outputs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69080" cy="722376"/>
          </a:xfrm>
          <a:prstGeom prst="rect">
            <a:avLst/>
          </a:prstGeom>
          <a:solidFill>
            <a:srgbClr val="203080">
              <a:alpha val="70000"/>
            </a:srgbClr>
          </a:solidFill>
          <a:ln w="635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64008" cy="7223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workspace/algorithm_summary.json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7FB5"/>
                </a:solidFill>
              </a:rPr>
              <a:t>Signal metadata + content hash (Stage 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069080" cy="722376"/>
          </a:xfrm>
          <a:prstGeom prst="rect">
            <a:avLst/>
          </a:prstGeom>
          <a:solidFill>
            <a:srgbClr val="203080">
              <a:alpha val="70000"/>
            </a:srgbClr>
          </a:solidFill>
          <a:ln w="635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64008" cy="7223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workspace/signal_coverage.json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258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7FB5"/>
                </a:solidFill>
              </a:rPr>
              <a:t>Sim→prod signal map + normalization (Stage 2)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069080" cy="722376"/>
          </a:xfrm>
          <a:prstGeom prst="rect">
            <a:avLst/>
          </a:prstGeom>
          <a:solidFill>
            <a:srgbClr val="203080">
              <a:alpha val="70000"/>
            </a:srgbClr>
          </a:solidFill>
          <a:ln w="635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64008" cy="7223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workspace/stage3_output.json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7FB5"/>
                </a:solidFill>
              </a:rPr>
              <a:t>Generated file paths + scorer type (Stage 3)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069080" cy="722376"/>
          </a:xfrm>
          <a:prstGeom prst="rect">
            <a:avLst/>
          </a:prstGeom>
          <a:solidFill>
            <a:srgbClr val="203080">
              <a:alpha val="70000"/>
            </a:srgbClr>
          </a:solidFill>
          <a:ln w="635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64008" cy="7223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llm-d-inference-scheduler/.../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scorer.go + scorer_test.go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3813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7FB5"/>
                </a:solidFill>
              </a:rPr>
              <a:t>Production scorer plugin (Stage 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1097280"/>
            <a:ext cx="4069080" cy="722376"/>
          </a:xfrm>
          <a:prstGeom prst="rect">
            <a:avLst/>
          </a:prstGeom>
          <a:solidFill>
            <a:srgbClr val="203080">
              <a:alpha val="70000"/>
            </a:srgbClr>
          </a:solidFill>
          <a:ln w="635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1097280"/>
            <a:ext cx="64008" cy="7223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65192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workspace/validation_results.json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65192" y="1481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7FB5"/>
                </a:solidFill>
              </a:rPr>
              <a:t>Suite A/B/C results + benchmark verdict (Stage 5)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1874520"/>
            <a:ext cx="4069080" cy="722376"/>
          </a:xfrm>
          <a:prstGeom prst="rect">
            <a:avLst/>
          </a:prstGeom>
          <a:solidFill>
            <a:srgbClr val="203080">
              <a:alpha val="70000"/>
            </a:srgbClr>
          </a:solidFill>
          <a:ln w="635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1874520"/>
            <a:ext cx="64008" cy="7223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65192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workspace/transfer_evidence.md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5192" y="2258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7FB5"/>
                </a:solidFill>
              </a:rPr>
              <a:t>Human-readable validation summary (Stage 5)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651760"/>
            <a:ext cx="4069080" cy="722376"/>
          </a:xfrm>
          <a:prstGeom prst="rect">
            <a:avLst/>
          </a:prstGeom>
          <a:solidFill>
            <a:srgbClr val="203080">
              <a:alpha val="70000"/>
            </a:srgbClr>
          </a:solidFill>
          <a:ln w="635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2651760"/>
            <a:ext cx="64008" cy="7223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65192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llm-d-inference-scheduler PR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65192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7FB5"/>
                </a:solidFill>
              </a:rPr>
              <a:t>Ready-to-review PR with evidence links (Stage 6)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429000"/>
            <a:ext cx="4069080" cy="722376"/>
          </a:xfrm>
          <a:prstGeom prst="rect">
            <a:avLst/>
          </a:prstGeom>
          <a:solidFill>
            <a:srgbClr val="203080">
              <a:alpha val="70000"/>
            </a:srgbClr>
          </a:solidFill>
          <a:ln w="635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00600" y="3429000"/>
            <a:ext cx="64008" cy="7223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65192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docs/transfer/calibration_log.md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65192" y="3813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7FB5"/>
                </a:solidFill>
              </a:rPr>
              <a:t>Long-term audit trail entry (Stage 6)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</a:rPr>
              <a:t>Run with: prompts/transfer.md (orchestrator) — or stage-by-stage via prompts/{extract,translate,generate,test,validate,pr}.md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1735</Words>
  <Application>Microsoft Macintosh PowerPoint</Application>
  <PresentationFormat>On-screen Show (16:9)</PresentationFormat>
  <Paragraphs>225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sim2real Transfer Pipeline</dc:title>
  <dc:subject>PptxGenJS Presentation</dc:subject>
  <dc:creator>PptxGenJS</dc:creator>
  <cp:lastModifiedBy>Michael Kalantar</cp:lastModifiedBy>
  <cp:revision>2</cp:revision>
  <dcterms:created xsi:type="dcterms:W3CDTF">2026-03-23T13:49:29Z</dcterms:created>
  <dcterms:modified xsi:type="dcterms:W3CDTF">2026-03-23T17:00:09Z</dcterms:modified>
</cp:coreProperties>
</file>